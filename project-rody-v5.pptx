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PROJECT RODY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E8985E"/>
                </a:solidFill>
                <a:latin typeface="Arial"/>
              </a:rPr>
              <a:t>Interactive Traffic &amp; Road Simulation</a:t>
            </a:r>
          </a:p>
          <a:p>
            <a:pPr>
              <a:spcBef>
                <a:spcPts val="360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Created by Ashutosh kr. singh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114800"/>
            <a:ext cx="3657600" cy="38100"/>
          </a:xfrm>
          <a:prstGeom prst="rect">
            <a:avLst/>
          </a:prstGeom>
          <a:solidFill>
            <a:srgbClr val="E89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dy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37"/>
                </a:solidFill>
                <a:latin typeface="Arial"/>
              </a:rPr>
              <a:t>Secure Access with IBM Cloud App ID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828800" cy="38100"/>
          </a:xfrm>
          <a:prstGeom prst="rect">
            <a:avLst/>
          </a:prstGeom>
          <a:solidFill>
            <a:srgbClr val="E89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9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41E37"/>
                </a:solidFill>
                <a:latin typeface="Arial"/>
              </a:rPr>
              <a:t>01</a:t>
            </a:r>
            <a:br/>
            <a:r>
              <a:rPr sz="1800" b="1">
                <a:solidFill>
                  <a:srgbClr val="141E37"/>
                </a:solidFill>
                <a:latin typeface="Arial"/>
              </a:rPr>
              <a:t>Centralized Authentication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Secure user access gateway.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Central token management.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Robust login security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32004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9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41E37"/>
                </a:solidFill>
                <a:latin typeface="Arial"/>
              </a:rPr>
              <a:t>02</a:t>
            </a:r>
            <a:br/>
            <a:r>
              <a:rPr sz="1800" b="1">
                <a:solidFill>
                  <a:srgbClr val="141E37"/>
                </a:solidFill>
                <a:latin typeface="Arial"/>
              </a:rPr>
              <a:t>Multi-Factor Security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Adaptive security layer.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Restricts dashboard edits.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Protects simulation settings.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004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9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41E37"/>
                </a:solidFill>
                <a:latin typeface="Arial"/>
              </a:rPr>
              <a:t>03</a:t>
            </a:r>
            <a:br/>
            <a:r>
              <a:rPr sz="1800" b="1">
                <a:solidFill>
                  <a:srgbClr val="141E37"/>
                </a:solidFill>
                <a:latin typeface="Arial"/>
              </a:rPr>
              <a:t>Social Sign-In Providers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Easy social ID integration.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Supports Google/Facebook login.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Streamlines user onboarding.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37"/>
                </a:solidFill>
                <a:latin typeface="Arial"/>
              </a:rPr>
              <a:t>Core Frameworks &amp; Backend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828800" cy="38100"/>
          </a:xfrm>
          <a:prstGeom prst="rect">
            <a:avLst/>
          </a:prstGeom>
          <a:solidFill>
            <a:srgbClr val="E89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846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9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4297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1">
                <a:solidFill>
                  <a:srgbClr val="141E37"/>
                </a:solidFill>
                <a:latin typeface="Arial"/>
              </a:rPr>
              <a:t>Node.js Runtime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606F7B"/>
                </a:solidFill>
                <a:latin typeface="Arial"/>
              </a:rPr>
              <a:t>• Asynchronous backend environment.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606F7B"/>
                </a:solidFill>
                <a:latin typeface="Arial"/>
              </a:rPr>
              <a:t>• Calculates real-time road vehicle flow.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606F7B"/>
                </a:solidFill>
                <a:latin typeface="Arial"/>
              </a:rPr>
              <a:t>• Dynamic dashboard API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0975" y="1828800"/>
            <a:ext cx="4846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9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295" y="2103120"/>
            <a:ext cx="4297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1">
                <a:solidFill>
                  <a:srgbClr val="141E37"/>
                </a:solidFill>
                <a:latin typeface="Arial"/>
              </a:rPr>
              <a:t>IBM Cloud App ID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606F7B"/>
                </a:solidFill>
                <a:latin typeface="Arial"/>
              </a:rPr>
              <a:t>• Centralized security layer.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606F7B"/>
                </a:solidFill>
                <a:latin typeface="Arial"/>
              </a:rPr>
              <a:t>• Validates user identity tokens.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606F7B"/>
                </a:solidFill>
                <a:latin typeface="Arial"/>
              </a:rPr>
              <a:t>• Governs simulated user metadata.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37"/>
                </a:solidFill>
                <a:latin typeface="Arial"/>
              </a:rPr>
              <a:t>Interactive Frontend Interface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828800" cy="38100"/>
          </a:xfrm>
          <a:prstGeom prst="rect">
            <a:avLst/>
          </a:prstGeom>
          <a:solidFill>
            <a:srgbClr val="E89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9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141E37"/>
                </a:solidFill>
                <a:latin typeface="Arial"/>
              </a:rPr>
              <a:t>HTML5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simulation viewport structures.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Visual canvas layouts.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Settings panel inputs.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32004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9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141E37"/>
                </a:solidFill>
                <a:latin typeface="Arial"/>
              </a:rPr>
              <a:t>CSS3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Responsive dark-theme styling.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Interactive control widgets.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Adaptive visual metrics grid.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004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9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141E37"/>
                </a:solidFill>
                <a:latin typeface="Arial"/>
              </a:rPr>
              <a:t>JavaScript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Calculates simulation physics.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Handles vehicle flow intervals.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606F7B"/>
                </a:solidFill>
                <a:latin typeface="Arial"/>
              </a:rPr>
              <a:t>• Directs active canvas rendering.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37"/>
                </a:solidFill>
                <a:latin typeface="Arial"/>
              </a:rPr>
              <a:t>Single &amp; Multi-Lane Road Simulations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828800" cy="38100"/>
          </a:xfrm>
          <a:prstGeom prst="rect">
            <a:avLst/>
          </a:prstGeom>
          <a:solidFill>
            <a:srgbClr val="E89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1E37"/>
                </a:solidFill>
                <a:latin typeface="Arial"/>
              </a:rPr>
              <a:t>Single-Lane Traffic Control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06F7B"/>
                </a:solidFill>
                <a:latin typeface="Arial"/>
              </a:rPr>
              <a:t>• Manual signal overrides.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06F7B"/>
                </a:solidFill>
                <a:latin typeface="Arial"/>
              </a:rPr>
              <a:t>• Adaptive automatic timers.</a:t>
            </a:r>
          </a:p>
        </p:txBody>
      </p:sp>
      <p:pic>
        <p:nvPicPr>
          <p:cNvPr id="5" name="Picture 4" descr="single_lane_simul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393192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9319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1E37"/>
                </a:solidFill>
                <a:latin typeface="Arial"/>
              </a:rPr>
              <a:t>Multi-Lane Highway Mechanics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06F7B"/>
                </a:solidFill>
                <a:latin typeface="Arial"/>
              </a:rPr>
              <a:t>• Intelligent overtaking algorithms.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06F7B"/>
                </a:solidFill>
                <a:latin typeface="Arial"/>
              </a:rPr>
              <a:t>• Interactive multi-lane width setup.</a:t>
            </a:r>
          </a:p>
        </p:txBody>
      </p:sp>
      <p:pic>
        <p:nvPicPr>
          <p:cNvPr id="7" name="Picture 6" descr="multilane_simul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37360"/>
            <a:ext cx="39319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37"/>
                </a:solidFill>
                <a:latin typeface="Arial"/>
              </a:rPr>
              <a:t>Simulation Performance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828800" cy="38100"/>
          </a:xfrm>
          <a:prstGeom prst="rect">
            <a:avLst/>
          </a:prstGeom>
          <a:solidFill>
            <a:srgbClr val="E89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nalytics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5029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73736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1">
                <a:solidFill>
                  <a:srgbClr val="141E37"/>
                </a:solidFill>
                <a:latin typeface="Arial"/>
              </a:rPr>
              <a:t>Analytics Panel Capabilities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606F7B"/>
                </a:solidFill>
                <a:latin typeface="Arial"/>
              </a:rPr>
              <a:t>• Tracks total car spawn/exit metrics.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606F7B"/>
                </a:solidFill>
                <a:latin typeface="Arial"/>
              </a:rPr>
              <a:t>• Monitors simulation uptime &amp; congestion queue.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606F7B"/>
                </a:solidFill>
                <a:latin typeface="Arial"/>
              </a:rPr>
              <a:t>• Computes exact vehicle throughput per minute.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606F7B"/>
                </a:solidFill>
                <a:latin typeface="Arial"/>
              </a:rPr>
              <a:t>• Aggregates real-time telemetry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37"/>
                </a:solidFill>
                <a:latin typeface="Arial"/>
              </a:rPr>
              <a:t>Crossroad Intersection Simulation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828800" cy="38100"/>
          </a:xfrm>
          <a:prstGeom prst="rect">
            <a:avLst/>
          </a:prstGeom>
          <a:solidFill>
            <a:srgbClr val="E89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ssroad_simul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5029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73736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1">
                <a:solidFill>
                  <a:srgbClr val="141E37"/>
                </a:solidFill>
                <a:latin typeface="Arial"/>
              </a:rPr>
              <a:t>Perpendicular Intersections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606F7B"/>
                </a:solidFill>
                <a:latin typeface="Arial"/>
              </a:rPr>
              <a:t>• Schedules active 4-way signals.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606F7B"/>
                </a:solidFill>
                <a:latin typeface="Arial"/>
              </a:rPr>
              <a:t>• Deploys dynamic collision avoidance.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606F7B"/>
                </a:solidFill>
                <a:latin typeface="Arial"/>
              </a:rPr>
              <a:t>• Simulates driver behavior attributes.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Arial"/>
              </a:rPr>
              <a:t>THANK YOU</a:t>
            </a:r>
          </a:p>
          <a:p>
            <a:pPr algn="ctr">
              <a:spcBef>
                <a:spcPts val="1400"/>
              </a:spcBef>
            </a:pPr>
            <a:r>
              <a:rPr sz="2400" b="0">
                <a:solidFill>
                  <a:srgbClr val="E8985E"/>
                </a:solidFill>
                <a:latin typeface="Arial"/>
              </a:rPr>
              <a:t>Project Rody — Simulation Completed</a:t>
            </a:r>
          </a:p>
          <a:p>
            <a:pPr algn="ctr">
              <a:spcBef>
                <a:spcPts val="2400"/>
              </a:spcBef>
            </a:pPr>
            <a:r>
              <a:rPr sz="1800" b="1">
                <a:solidFill>
                  <a:srgbClr val="FFFFFF"/>
                </a:solidFill>
                <a:latin typeface="Arial"/>
              </a:rPr>
              <a:t>Presented by Ashutosh kr. singh</a:t>
            </a:r>
          </a:p>
        </p:txBody>
      </p:sp>
      <p:pic>
        <p:nvPicPr>
          <p:cNvPr id="3" name="Picture 2" descr="rody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45720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